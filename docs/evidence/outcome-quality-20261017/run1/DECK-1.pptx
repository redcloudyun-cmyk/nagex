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단축률</c:v>
                </c:pt>
              </c:strCache>
            </c:strRef>
          </c:tx>
          <c:spPr>
            <a:solidFill>
              <a:srgbClr val="0A56F7"/>
            </a:solidFill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회의 준비 시간</c:v>
                  </c:pt>
                  <c:pt idx="1">
                    <c:v>보고서 작성 시간</c:v>
                  </c:pt>
                  <c:pt idx="2">
                    <c:v>일정 조율 시간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72</c:v>
                </c:pt>
                <c:pt idx="2">
                  <c:v>83</c:v>
                </c:pt>
              </c:numCache>
            </c:numRef>
          </c:val>
        </c:ser>
        <c:dLbls>
          <c:numFmt formatCode="#,##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자료의 근거: 2026년 3분기 운영 보고서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운영 보고서의 개요를 말씀드립니다. 2026년 7월부터 9월까지 3개월 동안 사용자 48명을 대상으로 조사를 진행했습니다.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전후의 처리 시간 변화를 차트로 확인하실 수 있습니다. 회의 준비, 보고서 작성, 일정 조율 모두 큰 폭으로 시간이 단축되었습니다.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분기의 핵심 비용 및 승인 관련 수치입니다. 사용자 1인당 월 비용과 승인 거절률을 참고해 주시기 바랍니다.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업무 구분별 상세 처리 시간 변화 표입니다. 회의 준비와 보고서 작성, 일정 조율에서 각각 구체적으로 시간이 얼마나 줄었는지 확인하실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위험과 대응 항목의 경우, 현재 추가 자료가 제공되지 않아 작성을 유보한 상태입니다. 관련 자료가 준비되면 추후 공유하겠습니다.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분기 계획 역시 현재 추가 자료가 없어 작성을 유보하였습니다. 확정되는 대로 다음 보고에 반영하겠습니다.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EX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A56F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44168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NAgex</a:t>
            </a:r>
            <a:endParaRPr lang="ko-KR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ko-KR" sz="3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EX_COV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A56F7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ko-KR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2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ko-KR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3분기 운영 보고서</a:t>
            </a:r>
            <a:endParaRPr lang="ko-KR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2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신기술 도입에 따른 업무 처리 효율성 분석 결과</a:t>
            </a:r>
            <a:endParaRPr lang="ko-KR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보고서 개요</a:t>
            </a:r>
            <a:endParaRPr lang="ko-KR" sz="3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신기술 도입 전후의 운영 변화를 분석하기 위해 작성되었습니다.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대상은 총 48명의 사용자입니다.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기간은 2026년 7월부터 9월까지입니다.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신기술 도입에 따른 업무 처리 시간 단축</a:t>
            </a:r>
            <a:endParaRPr lang="ko-KR" sz="3000" dirty="0"/>
          </a:p>
        </p:txBody>
      </p:sp>
      <p:graphicFrame>
        <p:nvGraphicFramePr>
          <p:cNvPr id="3" name="Chart" descr="막대 차트. 단축률: 회의 준비 시간 73%, 보고서 작성 시간 72%, 일정 조율 시간 83%"/>
          <p:cNvGraphicFramePr/>
          <p:nvPr/>
        </p:nvGraphicFramePr>
        <p:xfrm>
          <a:off x="640080" y="1554480"/>
          <a:ext cx="70408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955280" y="1737360"/>
            <a:ext cx="359359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주요 업무 영역에서 처리 시간이 크게 단축되었습니다.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조율 시간의 단축률이 가장 높게 나타났습니다.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5943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3분기 운영 보고서</a:t>
            </a:r>
            <a:endParaRPr lang="ko-KR" sz="120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운영 수치 요약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317236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ko-KR" altLang="en-US" sz="4800" b="1" dirty="0">
                <a:solidFill>
                  <a:srgbClr val="0A5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12,000원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비용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1명당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31636" y="1737360"/>
            <a:ext cx="5317236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ko-KR" altLang="en-US" sz="4800" b="1" dirty="0">
                <a:solidFill>
                  <a:srgbClr val="0A5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4.2%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거절률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요청 대비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1명당 월 비용은 12,000원입니다.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거절률은 4.2%로 집계되었습니다.</a:t>
            </a:r>
            <a:endParaRPr lang="en-US" sz="200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구분별 상세 처리 시간 변화</a:t>
            </a:r>
            <a:endParaRPr lang="ko-KR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4363517"/>
                <a:gridCol w="2181758"/>
                <a:gridCol w="2181758"/>
                <a:gridCol w="2181758"/>
              </a:tblGrid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구분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 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 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단축률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 준비 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73% 단축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작성 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72% 단축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 조율 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83% 단축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4864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업무별 도입 전후의 구체적인 소요 시간을 비교한 표입니다.</a:t>
            </a:r>
            <a:endParaRPr lang="en-US" sz="18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부문에서 효율성이 유의미하게 향상되었습니다.</a:t>
            </a:r>
            <a:endParaRPr lang="en-US" sz="18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위험과 대응 항목 유보</a:t>
            </a:r>
            <a:endParaRPr lang="ko-KR" sz="3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항목에 대한 추가 자료가 제공되지 않아 작성을 유보합니다.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추가적인 정보가 확보되는 대로 보완될 예정입니다.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분기 계획 유보</a:t>
            </a:r>
            <a:endParaRPr lang="ko-KR" sz="3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항목에 대한 추가 자료가 제공되지 않아 작성을 유보합니다.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계획은 세부 검토 후 확정될 예정입니다.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NAgex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3분기 운영 보고서</dc:title>
  <dc:subject>신기술 도입에 따른 업무 처리 효율성 분석 결과</dc:subject>
  <dc:creator>NAgex</dc:creator>
  <cp:lastModifiedBy>NAgex</cp:lastModifiedBy>
  <cp:revision>1</cp:revision>
  <dcterms:created xsi:type="dcterms:W3CDTF">2026-10-17T08:29:46Z</dcterms:created>
  <dcterms:modified xsi:type="dcterms:W3CDTF">2026-10-17T08:29:46Z</dcterms:modified>
</cp:coreProperties>
</file>