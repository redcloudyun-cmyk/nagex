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#,##0&quot;$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Option A</c:v>
                  </c:pt>
                  <c:pt idx="1">
                    <c:v>Option B</c:v>
                  </c:pt>
                  <c:pt idx="2">
                    <c:v>Option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</c:v>
                </c:pt>
                <c:pt idx="1">
                  <c:v>9500</c:v>
                </c:pt>
                <c:pt idx="2">
                  <c:v>24000</c:v>
                </c:pt>
              </c:numCache>
            </c:numRef>
          </c:val>
        </c:ser>
        <c:dLbls>
          <c:numFmt formatCode="#,##0&quot;$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&quot;$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evaluating our workplace strategy for our 30-person team with a decision needed by November 15,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see the cost breakdown across the three options, ranging from $9,500 for fully remote up to $24,000 for office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all three options side by side shows identical 12-week timelines, varying costs, and risks ranging from low to medium.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visual outlines our weekly processing volume to help inform the leadership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should review these details and select an option before our November 15, 2026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NAgex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Strategy Decision Deck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evaluation of remote and hybrid options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 Parameters and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people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 affected by the decision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31636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2026-11-15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Deadline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by which leadership must choose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encompasses a team of 30 people.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decision is required by November 15, 2026.</a:t>
            </a:r>
            <a:endParaRPr lang="en-US" sz="20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Costs Vary from $9,500 to $24,000</a:t>
            </a:r>
            <a:endParaRPr lang="en-US" sz="3000" dirty="0"/>
          </a:p>
        </p:txBody>
      </p:sp>
      <p:graphicFrame>
        <p:nvGraphicFramePr>
          <p:cNvPr id="3" name="Chart" descr="Bar chart. Cost: Option A 18000$, Option B 9500$, Option C 24000$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(fully remote) is the lowest cost at $9,500.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(office only) is the highest cost at $24,000.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(hybrid) costs $18,000.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estimates</a:t>
            </a:r>
            <a:endParaRPr lang="en-US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Comparison of All Three Options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880921"/>
                <a:gridCol w="4137660"/>
                <a:gridCol w="1505102"/>
                <a:gridCol w="1880921"/>
                <a:gridCol w="1505102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Hybrid, 3 office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remote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share the same 12-week timeline.</a:t>
            </a:r>
            <a:endParaRPr lang="en-US" sz="1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carries a medium risk while A and C have low risk.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 and Weekly Processing Volume</a:t>
            </a:r>
            <a:endParaRPr lang="en-US" sz="3000" dirty="0"/>
          </a:p>
        </p:txBody>
      </p:sp>
      <p:pic>
        <p:nvPicPr>
          <p:cNvPr id="3" name="Picture" descr="주간 처리 건수 막대그래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13055"/>
            <a:ext cx="5852160" cy="3260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577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processing volume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1645920"/>
            <a:ext cx="478231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weekly processing volume to support the decision.</a:t>
            </a:r>
            <a:endParaRPr lang="en-US" sz="22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context for the 30-person team.</a:t>
            </a:r>
            <a:endParaRPr lang="en-US" sz="2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Next Steps for Leadership</a:t>
            </a:r>
            <a:endParaRPr lang="en-US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cost, risk, and timeline trade-offs for the 30-person team.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between Option A, Option B, and Option C before the deadline.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choice no later than 2026-11-15.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Strategy Decision Deck</dc:title>
  <dc:subject>Leadership evaluation of remote and hybrid options</dc:subject>
  <dc:creator>NAgex</dc:creator>
  <cp:lastModifiedBy>NAgex</cp:lastModifiedBy>
  <cp:revision>1</cp:revision>
  <dcterms:created xsi:type="dcterms:W3CDTF">2026-10-17T08:29:55Z</dcterms:created>
  <dcterms:modified xsi:type="dcterms:W3CDTF">2026-10-17T08:29:55Z</dcterms:modified>
</cp:coreProperties>
</file>