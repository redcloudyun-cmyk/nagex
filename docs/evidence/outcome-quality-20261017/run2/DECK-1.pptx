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변화율</c:v>
                </c:pt>
              </c:strCache>
            </c:strRef>
          </c:tx>
          <c:spPr>
            <a:solidFill>
              <a:srgbClr val="0A56F7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회의 준비 시간</c:v>
                  </c:pt>
                  <c:pt idx="1">
                    <c:v>보고서 작성 시간</c:v>
                  </c:pt>
                  <c:pt idx="2">
                    <c:v>일정 조율 시간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72</c:v>
                </c:pt>
                <c:pt idx="2">
                  <c:v>83</c:v>
                </c:pt>
              </c:numCache>
            </c:numRef>
          </c:val>
        </c:ser>
        <c:dLbls>
          <c:numFmt formatCode="#,##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자료의 근거: 2026년 3분기 운영 보고서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보고서는 2026년 3분기 동안 48명의 사용자를 대상으로 수행된 운영 활동의 성과를 분석하기 위해 작성되었습니다.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전후의 주요 업무별 처리 시간 변화를 차트로 정리했습니다. 일정 조율 시간이 83%로 가장 높은 단축율을 보였습니다.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전후의 구체적인 처리 시간 수치 비교입니다. 회의 준비, 보고서 작성, 일정 조율 모두 큰 폭으로 시간이 감소했습니다.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운영과 관련된 재정적 및 승인 관련 핵심 지표입니다. 사용자당 월 비용과 승인 거절률을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거절률 4.2%에 대응하기 위해 원인을 면밀히 분석하고 가이드라인을 보완하여 운영 안정성을 확보할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분기에는 이번 분기의 처리 시간 단축 효과를 기반으로 사용자 교육을 강화하고 프로세스 개선을 추진합니다.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4416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NAgex</a:t>
            </a:r>
            <a:endParaRPr lang="ko-KR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3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V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2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3분기 운영 보고서</a:t>
            </a:r>
            <a:endParaRPr lang="ko-KR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2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활동 성과 분석 및 향후 계획</a:t>
            </a:r>
            <a:endParaRPr lang="ko-KR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개요 및 목적</a:t>
            </a:r>
            <a:endParaRPr lang="ko-KR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7월부터 9월까지 총 48명의 사용자를 대상으로 운영 활동 성과를 분석했습니다.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업무 영역에서의 효율성 변화와 비용 및 승인 현황을 점검합니다.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분석 결과를 바탕으로 향후 운영 방향을 도출하고자 합니다.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 처리 시간 단축 효과</a:t>
            </a:r>
            <a:endParaRPr lang="ko-KR" sz="3000" dirty="0"/>
          </a:p>
        </p:txBody>
      </p:sp>
      <p:graphicFrame>
        <p:nvGraphicFramePr>
          <p:cNvPr id="3" name="Chart" descr="막대 차트. 변화율: 회의 준비 시간 73%, 보고서 작성 시간 72%, 일정 조율 시간 83%"/>
          <p:cNvGraphicFramePr/>
          <p:nvPr/>
        </p:nvGraphicFramePr>
        <p:xfrm>
          <a:off x="640080" y="1554480"/>
          <a:ext cx="70408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955280" y="1737360"/>
            <a:ext cx="359359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주요 업무 영역에서 처리 시간이 크게 단축되었습니다.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변화율을 보인 영역은 일정 조율 시간으로 83% 단축되었습니다.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3분기 운영 보고서</a:t>
            </a:r>
            <a:endParaRPr lang="ko-KR" sz="12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시간 상세 비교</a:t>
            </a:r>
            <a:endParaRPr lang="ko-KR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3232404"/>
                <a:gridCol w="2828239"/>
                <a:gridCol w="3232404"/>
                <a:gridCol w="1615745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처리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 후 처리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변화율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준비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73% 단축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작성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72% 단축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조율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83% 단축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준비 시간은 45분에서 12분으로 단축되었습니다.</a:t>
            </a:r>
            <a:endParaRPr lang="en-US" sz="13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작성 시간은 3시간에서 50분으로 줄어들었습니다.</a:t>
            </a:r>
            <a:endParaRPr lang="en-US" sz="13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조율 시간은 30분에서 5분으로 단축되었습니다.</a:t>
            </a:r>
            <a:endParaRPr lang="en-US" sz="13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운영 수치 요약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ko-KR" altLang="en-US" sz="4800" b="1" dirty="0">
                <a:solidFill>
                  <a:srgbClr val="0A5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48명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사용자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활동 참여 인원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367784" y="173736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ko-KR" altLang="en-US" sz="4800" b="1" dirty="0">
                <a:solidFill>
                  <a:srgbClr val="0A5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12,000원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비용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1명당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095488" y="173736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ko-KR" altLang="en-US" sz="4800" b="1" dirty="0">
                <a:solidFill>
                  <a:srgbClr val="0A5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거절률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 및 승인 지표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48명의 사용자를 대상으로 운영되었습니다.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1명당 월 비용은 12,000원입니다.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거절률은 4.2%를 기록했습니다.</a:t>
            </a:r>
            <a:endParaRPr lang="en-US" sz="2000" dirty="0"/>
          </a:p>
        </p:txBody>
      </p:sp>
      <p:sp>
        <p:nvSpPr>
          <p:cNvPr id="8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위험 요소 및 대응 방안</a:t>
            </a:r>
            <a:endParaRPr lang="ko-KR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거절률 4.2%가 기록됨에 따라 원인 분석이 필요합니다.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가이드라인을 보완하여 불필요한 거절을 줄일 예정입니다.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대비 효율성을 지속 모니터링하여 운영의 안정성을 확보합니다.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운영 계획</a:t>
            </a:r>
            <a:endParaRPr lang="ko-KR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분기에 확인된 처리 시간 단축 효과를 바탕으로 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교육을 강화하여 시스템 활용도를 높일 계획입니다.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거절률을 낮추기 위한 프로세스 개선을 추진합니다.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NAgex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3분기 운영 보고서</dc:title>
  <dc:subject>운영 활동 성과 분석 및 향후 계획</dc:subject>
  <dc:creator>NAgex</dc:creator>
  <cp:lastModifiedBy>NAgex</cp:lastModifiedBy>
  <cp:revision>1</cp:revision>
  <dcterms:created xsi:type="dcterms:W3CDTF">2026-10-17T08:37:18Z</dcterms:created>
  <dcterms:modified xsi:type="dcterms:W3CDTF">2026-10-17T08:37:18Z</dcterms:modified>
</cp:coreProperties>
</file>