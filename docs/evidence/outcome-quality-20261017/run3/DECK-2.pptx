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in USD</c:v>
                </c:pt>
              </c:strCache>
            </c:strRef>
          </c:tx>
          <c:spPr>
            <a:solidFill>
              <a:srgbClr val="0A56F7"/>
            </a:solidFill>
            <a:effectLst/>
          </c:spPr>
          <c:invertIfNegative val="0"/>
          <c:dLbls>
            <c:numFmt formatCode="#,##0&quot;USD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Option A</c:v>
                  </c:pt>
                  <c:pt idx="1">
                    <c:v>Option B</c:v>
                  </c:pt>
                  <c:pt idx="2">
                    <c:v>Option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</c:v>
                </c:pt>
                <c:pt idx="1">
                  <c:v>9500</c:v>
                </c:pt>
                <c:pt idx="2">
                  <c:v>24000</c:v>
                </c:pt>
              </c:numCache>
            </c:numRef>
          </c:val>
        </c:ser>
        <c:dLbls>
          <c:numFmt formatCode="#,##0&quot;USD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&quot;USD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evaluating the workplace strategy for our team of 30 people. Leadership needs to make and finalize this decision by November 15,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compares the financial costs of the three alternatives. Option B requires $9,500, Option A requires $18,000, and Option C requires $24,000.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table lays out cost, duration, and risk side by side. Every option spans 12 weeks, while risks and costs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displays the weekly processing volume bar chart to provide additional operational context for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summarize, we have three viable paths for our 30-person team, all lasting 12 weeks. Leadership should weigh the cost savings of Option B against its medium risk, or choose the low-risk profiles of Options A and C before the November 15, 2026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4416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NAgex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Strategy Decision Deck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options for leadership review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Project Parameters for the Decision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rgbClr val="0A5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team members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31636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rgbClr val="0A5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2026-11-15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Date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for choice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size is established at 30 people.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decision is required by November 15, 2026.</a:t>
            </a:r>
            <a:endParaRPr lang="en-US" sz="20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Across the Three Options</a:t>
            </a:r>
            <a:endParaRPr lang="en-US" sz="3000" dirty="0"/>
          </a:p>
        </p:txBody>
      </p:sp>
      <p:graphicFrame>
        <p:nvGraphicFramePr>
          <p:cNvPr id="3" name="Chart" descr="Bar chart. Cost in USD: Option A 18000USD, Option B 9500USD, Option C 24000USD"/>
          <p:cNvGraphicFramePr/>
          <p:nvPr/>
        </p:nvGraphicFramePr>
        <p:xfrm>
          <a:off x="640080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955280" y="1737360"/>
            <a:ext cx="3593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is the lowest cost at $9,500.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is the highest cost at $24,000.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budget estimates</a:t>
            </a:r>
            <a:endParaRPr lang="en-US" sz="1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Option Comparison Matrix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6181344"/>
                <a:gridCol w="1454810"/>
                <a:gridCol w="1817827"/>
                <a:gridCol w="1454810"/>
              </a:tblGrid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 (hybrid, 3 office days)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 (fully remote)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12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 (office only)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522878"/>
            <a:ext cx="10908792" cy="274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options share a duration of 12 weeks.</a:t>
            </a:r>
            <a:endParaRPr lang="en-US" sz="1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 vary between Low and Medium.</a:t>
            </a:r>
            <a:endParaRPr lang="en-US" sz="1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Processing Volume Overview</a:t>
            </a:r>
            <a:endParaRPr lang="en-US" sz="3000" dirty="0"/>
          </a:p>
        </p:txBody>
      </p:sp>
      <p:pic>
        <p:nvPicPr>
          <p:cNvPr id="3" name="Picture" descr="주간 처리 건수 막대그래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13055"/>
            <a:ext cx="5852160" cy="3260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577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처리 건수 막대그래프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1645920"/>
            <a:ext cx="478231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visualization for workflow considerations.</a:t>
            </a:r>
            <a:endParaRPr lang="en-US" sz="2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Next Steps</a:t>
            </a:r>
            <a:endParaRPr lang="en-US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offers the lowest cost at $9,500 with medium risk.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 and C carry low risk but higher costs of $18,000 and $24,000 respectively.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alternatives run for a duration of 12 weeks.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must select an approach for the 30-person team before November 15, 2026.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NAgex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Workplace Strategy Decision Deck</dc:title>
  <dc:subject>Evaluation of options for leadership review</dc:subject>
  <dc:creator>NAgex</dc:creator>
  <cp:lastModifiedBy>NAgex</cp:lastModifiedBy>
  <cp:revision>1</cp:revision>
  <dcterms:created xsi:type="dcterms:W3CDTF">2026-10-17T08:44:39Z</dcterms:created>
  <dcterms:modified xsi:type="dcterms:W3CDTF">2026-10-17T08:44:39Z</dcterms:modified>
</cp:coreProperties>
</file>