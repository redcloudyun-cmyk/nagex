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8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8575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8575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NAgex 분기 리뷰 — Q4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Personal AI 전략 · Strategy for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요약 /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NAgex는 기억하고, 승인을 요청하고, 만들고, 실행합니다</a:t>
            </a:r>
          </a:p>
          <a:p>
            <a:r>
              <a:rPr lang="ko-KR" dirty="0"/>
              <a:t>Remember → Create → Approve → Act</a:t>
            </a:r>
          </a:p>
          <a:p>
            <a:r>
              <a:rPr lang="ko-KR" dirty="0"/>
              <a:t>한국어와 English를 한 슬라이드에서 함께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핵심 지표 (Key metrics)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활성 사용자 1,240명 · Active users 1,240</a:t>
            </a:r>
          </a:p>
          <a:p>
            <a:r>
              <a:rPr lang="ko-KR" dirty="0"/>
              <a:t>승인 대기 시간 중앙값 38초 / median approval time 38 s</a:t>
            </a:r>
          </a:p>
          <a:p>
            <a:r>
              <a:rPr lang="ko-KR" dirty="0"/>
              <a:t>실패한 실행 0건 — no fake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sz="2800" dirty="0"/>
              <a:t>긴 제목 테스트: 이 제목은 두 줄 이상으로 길어질 수 있도록 일부러 아주 길게 작성했습니다 (long title wrapping check)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아주 긴 글머리표 문장도 슬라이드 안에서 줄바꿈되어야 하며 영역 밖으로 넘치면 안 됩니다. A very long bullet sentence must wrap inside the slide and must not overflow outside the content area.</a:t>
            </a:r>
          </a:p>
          <a:p>
            <a:r>
              <a:rPr lang="ko-KR" dirty="0"/>
              <a:t>짧은 항목</a:t>
            </a:r>
          </a:p>
          <a:p>
            <a:r>
              <a:rPr lang="ko-KR" dirty="0"/>
              <a:t>Special chars: &amp; &lt; &gt; " ' — 한글 ㅎㅏㄴ글 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다음 단계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Slides 모델 계획 → .pptx 렌더링</a:t>
            </a:r>
          </a:p>
          <a:p>
            <a:r>
              <a:rPr lang="ko-KR" dirty="0"/>
              <a:t>승인 후에만 외부 전송</a:t>
            </a:r>
          </a:p>
          <a:p>
            <a:r>
              <a:rPr lang="ko-KR" dirty="0"/>
              <a:t>검증된 결과만 완료로 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gex">
  <a:themeElements>
    <a:clrScheme name="NAgex">
      <a:dk1>
        <a:sysClr val="windowText" lastClr="000000"/>
      </a:dk1>
      <a:lt1>
        <a:sysClr val="window" lastClr="FFFFFF"/>
      </a:lt1>
      <a:dk2>
        <a:srgbClr val="1F2937"/>
      </a:dk2>
      <a:lt2>
        <a:srgbClr val="F3F6FC"/>
      </a:lt2>
      <a:accent1>
        <a:srgbClr val="0A56F7"/>
      </a:accent1>
      <a:accent2>
        <a:srgbClr val="5B4BD5"/>
      </a:accent2>
      <a:accent3>
        <a:srgbClr val="0B7A43"/>
      </a:accent3>
      <a:accent4>
        <a:srgbClr val="F5A623"/>
      </a:accent4>
      <a:accent5>
        <a:srgbClr val="B3261E"/>
      </a:accent5>
      <a:accent6>
        <a:srgbClr val="64748B"/>
      </a:accent6>
      <a:hlink>
        <a:srgbClr val="0A56F7"/>
      </a:hlink>
      <a:folHlink>
        <a:srgbClr val="5B4BD5"/>
      </a:folHlink>
    </a:clrScheme>
    <a:fontScheme name="NAgex">
      <a:majorFont>
        <a:latin typeface="Calibri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NAg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NAgex</Application>
  <PresentationFormat>Widescreen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NAgex 분기 리뷰 — Q4 Review</dc:title>
  <dc:creator>NAgex</dc:creator>
  <cp:lastModifiedBy>NAgex</cp:lastModifiedBy>
  <dcterms:created xsi:type="dcterms:W3CDTF">2026-10-13T00:00:00Z</dcterms:created>
  <dcterms:modified xsi:type="dcterms:W3CDTF">2026-10-13T00:00:00Z</dcterms:modified>
</cp:coreProperties>
</file>