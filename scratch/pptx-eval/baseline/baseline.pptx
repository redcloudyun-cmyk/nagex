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285750" algn="l" defTabSz="914400" rtl="0" eaLnBrk="1" latinLnBrk="0" hangingPunct="1">
        <a:lnSpc>
          <a:spcPct val="100000"/>
        </a:lnSpc>
        <a:spcBef>
          <a:spcPts val="8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85750" algn="l" defTabSz="914400" rtl="0" eaLnBrk="1" latinLnBrk="0" hangingPunct="1">
        <a:lnSpc>
          <a:spcPct val="100000"/>
        </a:lnSpc>
        <a:spcBef>
          <a:spcPts val="4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85750" algn="l" defTabSz="914400" rtl="0" eaLnBrk="1" latinLnBrk="0" hangingPunct="1">
        <a:lnSpc>
          <a:spcPct val="100000"/>
        </a:lnSpc>
        <a:spcBef>
          <a:spcPts val="4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개인 AI 비서가 바꾸는 직장인의 하루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기억하고, 허락을 구하고, 실행하는 NAgex 도입 제안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왜 지금 개인 AI 비서인가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직장인은 하루 평균 2.6시간을 메일·일정·문서 정리에 쓴다</a:t>
            </a:r>
          </a:p>
          <a:p>
            <a:r>
              <a:rPr lang="ko-KR" dirty="0"/>
              <a:t>생성형 AI 사용 경험이 있는 직장인이 3명 중 2명으로 늘었다</a:t>
            </a:r>
          </a:p>
          <a:p>
            <a:r>
              <a:rPr lang="ko-KR" dirty="0"/>
              <a:t>답변만 하는 AI에서 대신 실행하는 AI로 기대가 이동하고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NAgex의 핵심 가치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기억(Memory): 선호와 맥락을 사용자 허락 범위 안에서 유지</a:t>
            </a:r>
          </a:p>
          <a:p>
            <a:r>
              <a:rPr lang="ko-KR" dirty="0"/>
              <a:t>승인(Approval): 메일 발송·일정 변경 같은 결과가 있는 행동은 항상 사람이 최종 승인</a:t>
            </a:r>
          </a:p>
          <a:p>
            <a:r>
              <a:rPr lang="ko-KR" dirty="0"/>
              <a:t>실행(Action): 승인된 작업만 실제로 수행하고 결과를 검증해 보고</a:t>
            </a:r>
          </a:p>
          <a:p>
            <a:r>
              <a:rPr lang="ko-KR" dirty="0"/>
              <a:t>창작(Creation): 보고서, 발표자료, 이미지를 한 번의 요청으로 생성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하루 흐름: 아침 브리핑에서 퇴근까지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08:30 오늘 일정과 읽지 않은 중요 메일을 3줄로 요약</a:t>
            </a:r>
          </a:p>
          <a:p>
            <a:r>
              <a:rPr lang="ko-KR" dirty="0"/>
              <a:t>10:00 회의 자료 초안 작성 후 승인 요청</a:t>
            </a:r>
          </a:p>
          <a:p>
            <a:r>
              <a:rPr lang="ko-KR" dirty="0"/>
              <a:t>13:00 일정 충돌 감지 및 대안 시간 제안</a:t>
            </a:r>
          </a:p>
          <a:p>
            <a:r>
              <a:rPr lang="ko-KR" dirty="0"/>
              <a:t>17:30 하루 요약과 내일 준비물 정리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신뢰를 만드는 설계 원칙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가짜 성공 없음: 제공자가 접수한 것과 실제 완료를 구분해 표시</a:t>
            </a:r>
          </a:p>
          <a:p>
            <a:r>
              <a:rPr lang="ko-KR" dirty="0"/>
              <a:t>자격 증명이 있어도 허락 없이는 실행하지 않음</a:t>
            </a:r>
          </a:p>
          <a:p>
            <a:r>
              <a:rPr lang="ko-KR" dirty="0"/>
              <a:t>사용자 데이터는 최소 수집, 범위 제한, 출처 보존, 사용자가 직접 통제</a:t>
            </a:r>
          </a:p>
          <a:p>
            <a:r>
              <a:rPr lang="ko-KR" dirty="0"/>
              <a:t>지원하지 않는 기능은 지원하는 것처럼 보이지 않게 솔직하게 안내</a:t>
            </a:r>
          </a:p>
          <a:p>
            <a:r>
              <a:rPr lang="ko-KR" dirty="0"/>
              <a:t>모델 선택이 곧 실행 권한이 되지 않도록 모델과 실행을 분리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도입 효과 (파일럿 가정치)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반복 행정 업무 시간 40% 절감</a:t>
            </a:r>
          </a:p>
          <a:p>
            <a:r>
              <a:rPr lang="ko-KR" dirty="0"/>
              <a:t>회의 준비 시간 55% 단축</a:t>
            </a:r>
          </a:p>
          <a:p>
            <a:r>
              <a:rPr lang="ko-KR" dirty="0"/>
              <a:t>일정 충돌로 인한 재조율 70% 감소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연동 현황과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현재: Gmail·Google 캘린더·GitHub·Slack·Telegram·사용자 지정 MCP</a:t>
            </a:r>
          </a:p>
          <a:p>
            <a:r>
              <a:rPr lang="ko-KR" dirty="0"/>
              <a:t>다음: Outlook·OneDrive·Teams는 계획 단계이며 아직 제공되지 않음</a:t>
            </a:r>
          </a:p>
          <a:p>
            <a:r>
              <a:rPr lang="ko-KR" dirty="0"/>
              <a:t>모바일: Android 음성 → 승인 → 문자 발송 경로를 실기기에서 검증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sz="3400" dirty="0"/>
              <a:t>도입 시 고려할 점: 데이터 경계와 책임 소재, 그리고 조직 정책과의 정합성을 사전에 합의해야 하는 이유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어떤 데이터가 기억으로 남는지 사용자에게 보이고 지울 수 있어야 함</a:t>
            </a:r>
          </a:p>
          <a:p>
            <a:r>
              <a:rPr lang="ko-KR" dirty="0"/>
              <a:t>조직 계정과 개인 계정의 경계를 분리하고 권한은 최소로 시작</a:t>
            </a:r>
          </a:p>
          <a:p>
            <a:r>
              <a:rPr lang="ko-KR" dirty="0"/>
              <a:t>감사 기록으로 누가 무엇을 승인했는지 추적 가능해야 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/>
              <a:t>다음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dirty="0"/>
              <a:t>2주 파일럿: 5명, 일정·메일·문서 3개 시나리오</a:t>
            </a:r>
          </a:p>
          <a:p>
            <a:r>
              <a:rPr lang="ko-KR" dirty="0"/>
              <a:t>성공 기준: 승인 후 실행 완료율 95%, 오실행 0건</a:t>
            </a:r>
          </a:p>
          <a:p>
            <a:r>
              <a:rPr lang="ko-KR" dirty="0"/>
              <a:t>의사결정 필요: 파일럿 대상 팀과 연동 계정 범위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gex">
  <a:themeElements>
    <a:clrScheme name="NAgex">
      <a:dk1>
        <a:sysClr val="windowText" lastClr="000000"/>
      </a:dk1>
      <a:lt1>
        <a:sysClr val="window" lastClr="FFFFFF"/>
      </a:lt1>
      <a:dk2>
        <a:srgbClr val="1F2937"/>
      </a:dk2>
      <a:lt2>
        <a:srgbClr val="F3F6FC"/>
      </a:lt2>
      <a:accent1>
        <a:srgbClr val="0A56F7"/>
      </a:accent1>
      <a:accent2>
        <a:srgbClr val="5B4BD5"/>
      </a:accent2>
      <a:accent3>
        <a:srgbClr val="0B7A43"/>
      </a:accent3>
      <a:accent4>
        <a:srgbClr val="F5A623"/>
      </a:accent4>
      <a:accent5>
        <a:srgbClr val="B3261E"/>
      </a:accent5>
      <a:accent6>
        <a:srgbClr val="64748B"/>
      </a:accent6>
      <a:hlink>
        <a:srgbClr val="0A56F7"/>
      </a:hlink>
      <a:folHlink>
        <a:srgbClr val="5B4BD5"/>
      </a:folHlink>
    </a:clrScheme>
    <a:fontScheme name="NAgex">
      <a:majorFont>
        <a:latin typeface="Calibri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NAge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NAgex</Application>
  <PresentationFormat>Widescreen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개인 AI 비서가 바꾸는 직장인의 하루</dc:title>
  <dc:creator>NAgex</dc:creator>
  <cp:lastModifiedBy>NAgex</cp:lastModifiedBy>
  <dcterms:created xsi:type="dcterms:W3CDTF">2026-10-15T09:45:00Z</dcterms:created>
  <dcterms:modified xsi:type="dcterms:W3CDTF">2026-10-15T09:45:00Z</dcterms:modified>
</cp:coreProperties>
</file>