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93C5FD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Title Rule"/>
          <p:cNvSpPr/>
          <p:nvPr userDrawn="1"/>
        </p:nvSpPr>
        <p:spPr>
          <a:xfrm>
            <a:off x="838200" y="1740000"/>
            <a:ext cx="10515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ooter Brand"/>
          <p:cNvSpPr txBox="1"/>
          <p:nvPr userDrawn="1"/>
        </p:nvSpPr>
        <p:spPr>
          <a:xfrm>
            <a:off x="838200" y="6356350"/>
            <a:ext cx="3000000" cy="3651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100" dirty="0">
                <a:solidFill>
                  <a:srgbClr val="94A3B8"/>
                </a:solidFill>
              </a:rPr>
              <a:t>NAgex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94A3B8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Bar"/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94A3B8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8575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8575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개인 AI 비서가 바꾸는 직장인의 업무 방식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업무 효율성 향상과 일하는 방식의 변화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들어가며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직장인들의 업무 환경은 빠르게 디지털화되고 있습니다</a:t>
            </a:r>
          </a:p>
          <a:p>
            <a:r>
              <a:rPr lang="ko-KR" dirty="0"/>
              <a:t>반복적인 업무를 줄이고 핵심 역량에 집중하는 것이 중요해졌습니다</a:t>
            </a:r>
          </a:p>
          <a:p>
            <a:r>
              <a:rPr lang="ko-KR" dirty="0"/>
              <a:t>개인 AI 비서는 이러한 변화의 중심에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반복 업무의 자동화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이메일 초안 작성 및 분류를 자동으로 처리합니다</a:t>
            </a:r>
          </a:p>
          <a:p>
            <a:r>
              <a:rPr lang="ko-KR" dirty="0"/>
              <a:t>회의 일정 조율과 미팅 요약본 생성을 돕습니다</a:t>
            </a:r>
          </a:p>
          <a:p>
            <a:r>
              <a:rPr lang="ko-KR" dirty="0"/>
              <a:t>단순 행정 업무에 소요되는 시간을 크게 줄여줍니다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문서 작성 및 편집 지원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보고서와 기획서의 초안을 빠르게 작성합니다</a:t>
            </a:r>
          </a:p>
          <a:p>
            <a:r>
              <a:rPr lang="ko-KR" dirty="0"/>
              <a:t>문맥에 맞는 표현과 어조로 수정 및 교정합니다</a:t>
            </a:r>
          </a:p>
          <a:p>
            <a:r>
              <a:rPr lang="ko-KR" dirty="0"/>
              <a:t>다양한 형식의 문서를 요약하고 분석합니다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정보 검색과 지식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사내 문서와 방대한 데이터에서 필요한 정보를 빠르게 찾습니다</a:t>
            </a:r>
          </a:p>
          <a:p>
            <a:r>
              <a:rPr lang="ko-KR" dirty="0"/>
              <a:t>관련 자료를 종합하여 인사이트를 도출하는 데 기여합니다</a:t>
            </a:r>
          </a:p>
          <a:p>
            <a:r>
              <a:rPr lang="ko-KR" dirty="0"/>
              <a:t>개인화된 지식 베이스 구축을 지원합니다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의사결정 및 문제해결 보조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다양한 대안을 비교하고 장단점을 분석합니다</a:t>
            </a:r>
          </a:p>
          <a:p>
            <a:r>
              <a:rPr lang="ko-KR" dirty="0"/>
              <a:t>브레인스토밍 과정에서 새로운 아이디어를 제안합니다</a:t>
            </a:r>
          </a:p>
          <a:p>
            <a:r>
              <a:rPr lang="ko-KR" dirty="0"/>
              <a:t>복잡한 문제의 해결 방안을 구조화합니다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시간 관리와 업무 우선순위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개인의 업무 패턴을 분석해 효율적인 일정을 제안합니다</a:t>
            </a:r>
          </a:p>
          <a:p>
            <a:r>
              <a:rPr lang="ko-KR" dirty="0"/>
              <a:t>마감일과 중요도에 따라 할 일 목록을 정리합니다</a:t>
            </a:r>
          </a:p>
          <a:p>
            <a:r>
              <a:rPr lang="ko-KR" dirty="0"/>
              <a:t>집중 시간이 필요한 블록 타임을 관리합니다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직장인의 역할 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단순 실행자에서 기획자이자 검토자로 역할이 이동합니다</a:t>
            </a:r>
          </a:p>
          <a:p>
            <a:r>
              <a:rPr lang="ko-KR" dirty="0"/>
              <a:t>창의성과 전략적 사고의 중요성이 더욱 커집니다</a:t>
            </a:r>
          </a:p>
          <a:p>
            <a:r>
              <a:rPr lang="ko-KR" dirty="0"/>
              <a:t>AI와 협업하는 커뮤니케이션 능력이 핵심 역량이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마무리하며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개인 AI 비서는 업무 스트레스를 줄이고 생산성을 높입니다</a:t>
            </a:r>
          </a:p>
          <a:p>
            <a:r>
              <a:rPr lang="ko-KR" dirty="0"/>
              <a:t>도입을 넘어 효과적으로 활용하는 전략이 필요합니다</a:t>
            </a:r>
          </a:p>
          <a:p>
            <a:r>
              <a:rPr lang="ko-KR" dirty="0"/>
              <a:t>앞으로의 직장 생활에서 필수적인 파트너가 될 것입니다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/>
              <a:t>9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gex">
  <a:themeElements>
    <a:clrScheme name="NAgex">
      <a:dk1>
        <a:sysClr val="windowText" lastClr="000000"/>
      </a:dk1>
      <a:lt1>
        <a:sysClr val="window" lastClr="FFFFFF"/>
      </a:lt1>
      <a:dk2>
        <a:srgbClr val="1F2937"/>
      </a:dk2>
      <a:lt2>
        <a:srgbClr val="F3F6FC"/>
      </a:lt2>
      <a:accent1>
        <a:srgbClr val="0A56F7"/>
      </a:accent1>
      <a:accent2>
        <a:srgbClr val="5B4BD5"/>
      </a:accent2>
      <a:accent3>
        <a:srgbClr val="0B7A43"/>
      </a:accent3>
      <a:accent4>
        <a:srgbClr val="F5A623"/>
      </a:accent4>
      <a:accent5>
        <a:srgbClr val="B3261E"/>
      </a:accent5>
      <a:accent6>
        <a:srgbClr val="64748B"/>
      </a:accent6>
      <a:hlink>
        <a:srgbClr val="0A56F7"/>
      </a:hlink>
      <a:folHlink>
        <a:srgbClr val="5B4BD5"/>
      </a:folHlink>
    </a:clrScheme>
    <a:fontScheme name="NAgex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NAg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NAgex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AI 비서가 바꾸는 직장인의 업무 방식</dc:title>
  <dc:creator>NAgex</dc:creator>
  <cp:lastModifiedBy>NAgex</cp:lastModifiedBy>
  <dcterms:created xsi:type="dcterms:W3CDTF">2026-10-15T09:55:03Z</dcterms:created>
  <dcterms:modified xsi:type="dcterms:W3CDTF">2026-10-15T09:55:03Z</dcterms:modified>
</cp:coreProperties>
</file>